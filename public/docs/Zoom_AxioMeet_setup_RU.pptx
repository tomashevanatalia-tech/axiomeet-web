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e287a5e2074dc2" /><Relationship Type="http://schemas.openxmlformats.org/officeDocument/2006/relationships/extended-properties" Target="/docProps/app.xml" Id="Ra3a9b22e1c1041be" /><Relationship Type="http://schemas.openxmlformats.org/officeDocument/2006/relationships/officeDocument" Target="/ppt/presentation.xml" Id="R6b1d5e1a17474d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b18f981a8e4ff1"/>
  </p:sldMasterIdLst>
  <p:notesMasterIdLst>
    <p:notesMasterId xmlns:r="http://schemas.openxmlformats.org/officeDocument/2006/relationships" r:id="R9491323b182d4241"/>
  </p:notesMasterIdLst>
  <p:sldIdLst>
    <p:sldId xmlns:r="http://schemas.openxmlformats.org/officeDocument/2006/relationships" id="256" r:id="R46898a2d7937406f"/>
    <p:sldId xmlns:r="http://schemas.openxmlformats.org/officeDocument/2006/relationships" id="257" r:id="Rb025ebc94ebb4bc0"/>
    <p:sldId xmlns:r="http://schemas.openxmlformats.org/officeDocument/2006/relationships" id="258" r:id="Ra216e14e3fa242c5"/>
    <p:sldId xmlns:r="http://schemas.openxmlformats.org/officeDocument/2006/relationships" id="259" r:id="R5d089f7cf8f142f5"/>
    <p:sldId xmlns:r="http://schemas.openxmlformats.org/officeDocument/2006/relationships" id="260" r:id="R762a50a74aa94479"/>
    <p:sldId xmlns:r="http://schemas.openxmlformats.org/officeDocument/2006/relationships" id="261" r:id="Rc5815b3efc584fc9"/>
    <p:sldId xmlns:r="http://schemas.openxmlformats.org/officeDocument/2006/relationships" id="262" r:id="R5b4b3405b86d40f7"/>
    <p:sldId xmlns:r="http://schemas.openxmlformats.org/officeDocument/2006/relationships" id="263" r:id="R182a5db37d734322"/>
    <p:sldId xmlns:r="http://schemas.openxmlformats.org/officeDocument/2006/relationships" id="264" r:id="Re41a79e8e5804861"/>
    <p:sldId xmlns:r="http://schemas.openxmlformats.org/officeDocument/2006/relationships" id="265" r:id="Re46d728a79fc4bc2"/>
    <p:sldId xmlns:r="http://schemas.openxmlformats.org/officeDocument/2006/relationships" id="266" r:id="R769b6eeb0368483c"/>
    <p:sldId xmlns:r="http://schemas.openxmlformats.org/officeDocument/2006/relationships" id="267" r:id="R2967d57e944c481f"/>
    <p:sldId xmlns:r="http://schemas.openxmlformats.org/officeDocument/2006/relationships" id="268" r:id="R355ddfd9b57446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07c0b0b7484c6d" /><Relationship Type="http://schemas.openxmlformats.org/officeDocument/2006/relationships/slideMaster" Target="/ppt/slideMasters/slideMaster1.xml" Id="R64b18f981a8e4ff1" /><Relationship Type="http://schemas.openxmlformats.org/officeDocument/2006/relationships/notesMaster" Target="/ppt/notesMasters/notesMaster1.xml" Id="R9491323b182d4241" /><Relationship Type="http://schemas.openxmlformats.org/officeDocument/2006/relationships/presProps" Target="/ppt/presProps.xml" Id="Rc72c6526ef064d06" /><Relationship Type="http://schemas.openxmlformats.org/officeDocument/2006/relationships/tableStyles" Target="/ppt/tableStyles.xml" Id="R2988bb8ffa8a4a22" /><Relationship Type="http://schemas.openxmlformats.org/officeDocument/2006/relationships/slide" Target="/ppt/slides/slide1.xml" Id="R46898a2d7937406f" /><Relationship Type="http://schemas.openxmlformats.org/officeDocument/2006/relationships/slide" Target="/ppt/slides/slide2.xml" Id="Rb025ebc94ebb4bc0" /><Relationship Type="http://schemas.openxmlformats.org/officeDocument/2006/relationships/slide" Target="/ppt/slides/slide3.xml" Id="Ra216e14e3fa242c5" /><Relationship Type="http://schemas.openxmlformats.org/officeDocument/2006/relationships/slide" Target="/ppt/slides/slide4.xml" Id="R5d089f7cf8f142f5" /><Relationship Type="http://schemas.openxmlformats.org/officeDocument/2006/relationships/slide" Target="/ppt/slides/slide5.xml" Id="R762a50a74aa94479" /><Relationship Type="http://schemas.openxmlformats.org/officeDocument/2006/relationships/slide" Target="/ppt/slides/slide6.xml" Id="Rc5815b3efc584fc9" /><Relationship Type="http://schemas.openxmlformats.org/officeDocument/2006/relationships/slide" Target="/ppt/slides/slide7.xml" Id="R5b4b3405b86d40f7" /><Relationship Type="http://schemas.openxmlformats.org/officeDocument/2006/relationships/slide" Target="/ppt/slides/slide8.xml" Id="R182a5db37d734322" /><Relationship Type="http://schemas.openxmlformats.org/officeDocument/2006/relationships/slide" Target="/ppt/slides/slide9.xml" Id="Re41a79e8e5804861" /><Relationship Type="http://schemas.openxmlformats.org/officeDocument/2006/relationships/slide" Target="/ppt/slides/slide10.xml" Id="Re46d728a79fc4bc2" /><Relationship Type="http://schemas.openxmlformats.org/officeDocument/2006/relationships/slide" Target="/ppt/slides/slide11.xml" Id="R769b6eeb0368483c" /><Relationship Type="http://schemas.openxmlformats.org/officeDocument/2006/relationships/slide" Target="/ppt/slides/slide12.xml" Id="R2967d57e944c481f" /><Relationship Type="http://schemas.openxmlformats.org/officeDocument/2006/relationships/slide" Target="/ppt/slides/slide13.xml" Id="R355ddfd9b57446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5a0ff952ba48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52eaa2bc294177" /><Relationship Type="http://schemas.openxmlformats.org/officeDocument/2006/relationships/notesMaster" Target="/ppt/notesMasters/notesMaster1.xml" Id="Rad2dfd9f15724f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19df271f0e4df7" /><Relationship Type="http://schemas.openxmlformats.org/officeDocument/2006/relationships/notesMaster" Target="/ppt/notesMasters/notesMaster1.xml" Id="R3ae522a847fb43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41bd0f546b4660" /><Relationship Type="http://schemas.openxmlformats.org/officeDocument/2006/relationships/notesMaster" Target="/ppt/notesMasters/notesMaster1.xml" Id="Rce5e5b4168eb46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1bf364a8d94a3e" /><Relationship Type="http://schemas.openxmlformats.org/officeDocument/2006/relationships/notesMaster" Target="/ppt/notesMasters/notesMaster1.xml" Id="R022bc61350c842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36e3b021ba48f4" /><Relationship Type="http://schemas.openxmlformats.org/officeDocument/2006/relationships/notesMaster" Target="/ppt/notesMasters/notesMaster1.xml" Id="R4bed3b6a272343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886aaa872f4af7" /><Relationship Type="http://schemas.openxmlformats.org/officeDocument/2006/relationships/notesMaster" Target="/ppt/notesMasters/notesMaster1.xml" Id="R4a68e397e6994d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949fda04744898" /><Relationship Type="http://schemas.openxmlformats.org/officeDocument/2006/relationships/notesMaster" Target="/ppt/notesMasters/notesMaster1.xml" Id="Rc869b9dc5af34e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8d99230bdb4fa6" /><Relationship Type="http://schemas.openxmlformats.org/officeDocument/2006/relationships/notesMaster" Target="/ppt/notesMasters/notesMaster1.xml" Id="R886fcfecbbe04f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0482fb347946b7" /><Relationship Type="http://schemas.openxmlformats.org/officeDocument/2006/relationships/notesMaster" Target="/ppt/notesMasters/notesMaster1.xml" Id="R680d21f4db4744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64017e777a4281" /><Relationship Type="http://schemas.openxmlformats.org/officeDocument/2006/relationships/notesMaster" Target="/ppt/notesMasters/notesMaster1.xml" Id="R97066169e8ac42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63f3244d6e473d" /><Relationship Type="http://schemas.openxmlformats.org/officeDocument/2006/relationships/notesMaster" Target="/ppt/notesMasters/notesMaster1.xml" Id="Rdc273481a9ea47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93e73f6de44413" /><Relationship Type="http://schemas.openxmlformats.org/officeDocument/2006/relationships/notesMaster" Target="/ppt/notesMasters/notesMaster1.xml" Id="Rff4956f8d02549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c22c11bb2149f9" /><Relationship Type="http://schemas.openxmlformats.org/officeDocument/2006/relationships/notesMaster" Target="/ppt/notesMasters/notesMaster1.xml" Id="Rcee2acb6d1b74a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Цель презентации — провести администратора Zoom от настроек записи до подтвержденного импорта MP4 в AxioMeet.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цепочку слева направо: AxioMeet может принять учетные данные, но импорт не начнется без прав, облачной записи и завершенной обработки файла.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у пользователя нет пункта Developer в Marketplace, сначала выдайте ему нужные административные права. Для Cloud Recording нужен подходящий тариф и лицензированный host.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Проверьте настройку на уровне Account. Для AxioMeet критично наличие MP4; встроенная транскрибация Zoom не является обязательной.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включения автоматической записи обязательно создайте новую встречу. Настройка не переписывает параметры уже созданных recurring/PMI встреч.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https://support.zoom.com/hc/en/article?id=zm_kb&amp;sysparm_article=KB0067954&amp;language=en_US</a:t>
            </a:r>
          </a:p>
          <a:p xmlns:a="http://schemas.openxmlformats.org/drawingml/2006/main">
            <a:r>
              <a:t>- https://github.com/tomasheva-tech/-onboardix-/blob/main/backend/app/services/zoom_meeting_client.py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Не создавайте обычный OAuth app или JWT. AxioMeet использует account credentials grant для Server-to-Server OAuth.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Все семь scopes обязательны для текущей реализации. Последний scope нужен для надёжного получения имён и состава участников встречи.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https://developers.zoom.us/docs/internal-apps/oauth-scopes-overview/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Секрет должен вводиться владельцем напрямую в защищенную форму. Если секрет уже пересылали, его нужно заменить до боевого подключения.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https://developers.zoom.us/docs/internal-apps/create/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Подключение Zoom и API-ключ организации решают разные задачи. При ошибке формы не создавайте несколько S2S apps подряд — сначала зафиксируйте текст ошибки.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https://github.com/tomashevanatalia-tech/axiomeet-web/blob/main/src/pages/AdminSettingsPage.jsx</a:t>
            </a:r>
          </a:p>
          <a:p xmlns:a="http://schemas.openxmlformats.org/drawingml/2006/main">
            <a:r>
              <a:t>- https://github.com/tomashevanatalia-tech/meeting-bot-final/blob/main/api/routes/spa_admin.py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Zoom может обрабатывать запись несколько минут. После стабильного запуска храните записи не менее 30 дней, если политика компании не требует большего срока.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ошибки 4711 важен не общий текст вроде ‘Recording: Read’, а точный granular scope. При HTTP 500 зафиксируйте время, организацию и скриншот.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https://developers.zoom.us/docs/internal-apps/oauth-scopes-overview/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Webhook — серверная настройка с secret token. Пользователю не нужно пересылать webhook secret; текущий сканер AxioMeet продолжает работать и без webhook.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https://developers.zoom.us/docs/api/webhooks/</a:t>
            </a:r>
          </a:p>
          <a:p xmlns:a="http://schemas.openxmlformats.org/drawingml/2006/main">
            <a:r>
              <a:t>- https://github.com/tomashevanatalia-tech/meeting-bot-final/blob/main/webhook_server.py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Закройте настройку только после реального сквозного импорта. Это исключает ложноположительный статус подключения.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https://support.zoom.com/hc/en/article?id=zm_kb&amp;sysparm_article=KB0063923&amp;language=en_US</a:t>
            </a:r>
          </a:p>
          <a:p xmlns:a="http://schemas.openxmlformats.org/drawingml/2006/main">
            <a:r>
              <a:t>- https://developers.zoom.us/docs/internal-apps/s2s-oauth/</a:t>
            </a:r>
          </a:p>
          <a:p xmlns:a="http://schemas.openxmlformats.org/drawingml/2006/main">
            <a:r>
              <a:t>- https://github.com/tomashevanatalia-tech/meeting-bot-final/blob/main/services/zoom_service.py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3f10ba878640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67cf384d474f4b" /><Relationship Type="http://schemas.openxmlformats.org/officeDocument/2006/relationships/slideLayout" Target="/ppt/slideLayouts/slideLayout1.xml" Id="R091e2e5421d94b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1e2e5421d94b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fde340c634395" /><Relationship Type="http://schemas.openxmlformats.org/officeDocument/2006/relationships/image" Target="/ppt/media/image.jpeg" Id="R26e8940e51e94b3c" /><Relationship Type="http://schemas.openxmlformats.org/officeDocument/2006/relationships/notesSlide" Target="/ppt/notesSlides/notesSlide1.xml" Id="R892da5ba3a5345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42228da2e42c8" /><Relationship Type="http://schemas.openxmlformats.org/officeDocument/2006/relationships/notesSlide" Target="/ppt/notesSlides/notesSlide2.xml" Id="Rc887f7d9bee94a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de0a552434d6b" /><Relationship Type="http://schemas.openxmlformats.org/officeDocument/2006/relationships/notesSlide" Target="/ppt/notesSlides/notesSlide3.xml" Id="R916d70d904b146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948a756394722" /><Relationship Type="http://schemas.openxmlformats.org/officeDocument/2006/relationships/image" Target="/ppt/media/image2.jpeg" Id="R078d4a8c10364fdf" /><Relationship Type="http://schemas.openxmlformats.org/officeDocument/2006/relationships/notesSlide" Target="/ppt/notesSlides/notesSlide4.xml" Id="Rfb6d6715392e4e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22b46b94a48e1" /><Relationship Type="http://schemas.openxmlformats.org/officeDocument/2006/relationships/image" Target="/ppt/media/image3.jpeg" Id="Rce77e171be6c4ebc" /><Relationship Type="http://schemas.openxmlformats.org/officeDocument/2006/relationships/notesSlide" Target="/ppt/notesSlides/notesSlide5.xml" Id="R940a620eb8ec45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8da1d4aa04a6c" /><Relationship Type="http://schemas.openxmlformats.org/officeDocument/2006/relationships/image" Target="/ppt/media/image4.jpeg" Id="R077116e77a15495a" /><Relationship Type="http://schemas.openxmlformats.org/officeDocument/2006/relationships/notesSlide" Target="/ppt/notesSlides/notesSlide6.xml" Id="Rd65c6900d3624e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1a50670d146e0" /><Relationship Type="http://schemas.openxmlformats.org/officeDocument/2006/relationships/notesSlide" Target="/ppt/notesSlides/notesSlide7.xml" Id="Rb1c6e2983521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9619506a34fe0" /><Relationship Type="http://schemas.openxmlformats.org/officeDocument/2006/relationships/notesSlide" Target="/ppt/notesSlides/notesSlide8.xml" Id="Ra87e37ca389a4a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2b23d40a74a1c" /><Relationship Type="http://schemas.openxmlformats.org/officeDocument/2006/relationships/image" Target="/ppt/media/image5.jpeg" Id="Rb79cb584bc6c40f2" /><Relationship Type="http://schemas.openxmlformats.org/officeDocument/2006/relationships/notesSlide" Target="/ppt/notesSlides/notesSlide9.xml" Id="Rbfb668a0d84142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a56e338f048b2" /><Relationship Type="http://schemas.openxmlformats.org/officeDocument/2006/relationships/notesSlide" Target="/ppt/notesSlides/notesSlide10.xml" Id="Rc752a341408f47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6aa33c3114970" /><Relationship Type="http://schemas.openxmlformats.org/officeDocument/2006/relationships/notesSlide" Target="/ppt/notesSlides/notesSlide11.xml" Id="R517eb5ae6e374e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18f3ae7ad4842" /><Relationship Type="http://schemas.openxmlformats.org/officeDocument/2006/relationships/image" Target="/ppt/media/image6.jpeg" Id="R369d0f25f61349b0" /><Relationship Type="http://schemas.openxmlformats.org/officeDocument/2006/relationships/notesSlide" Target="/ppt/notesSlides/notesSlide12.xml" Id="R23d792659e54469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4f075dda44afd" /><Relationship Type="http://schemas.openxmlformats.org/officeDocument/2006/relationships/notesSlide" Target="/ppt/notesSlides/notesSlide13.xml" Id="R128d82fdc3a244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88BF5-918B-4E89-AE28-72586E23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1336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895E9-67BC-45AB-B081-F4DA7A37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ПРАКТИЧЕСКАЯ ИНСТРУКЦИЯ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5258D-DF61-4691-B158-3DC3BFB1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5048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5683F-201B-4969-9309-E7CBD2A2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43100"/>
            <a:ext cx="5143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Как настроить передачу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записей и данных встреч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66AE38-91CF-48D2-8FE3-50212F83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Для владельца или администратора Zoom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Версия: 26 августа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64B65-3034-4E0C-8362-684673D2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21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91203-CFDE-4544-B7E2-DEB6D63C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S2S OAuth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A084A-5554-4B59-9EE1-2B233C0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1581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9F4AB8-DAD1-4B6D-91D7-C748A684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21970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Cloud Recording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66260F-7141-4205-85DA-AA79893D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685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0EC13A-7C8B-40B4-B0E1-AA803DC0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MP4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B6058-004D-4C76-953A-BEA24AB9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0050"/>
            <a:ext cx="5562600" cy="56769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8940e51e94b3c"/>
          <a:srcRect xmlns:a="http://schemas.openxmlformats.org/drawingml/2006/main" l="16367" t="0" r="163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9825" y="447675"/>
            <a:ext cx="5467350" cy="5581650"/>
          </a:xfrm>
          <a:prstGeom xmlns:a="http://schemas.openxmlformats.org/drawingml/2006/main" prst="roundRect">
            <a:avLst>
              <a:gd name="adj" fmla="val 2787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74C8E-51D1-4299-BBC1-562AB9BB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36FD2-1661-4619-8757-0899C738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AXIOMEET / ZOOM SETUP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95046-414A-4AF0-B1FA-D74ACD8F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481115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28298-EBDB-41AF-899F-CB2FBCCF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A73B0-9377-4481-AB24-C034346F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«Подключено» ещё не значит «данные идут»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66A8C-0367-43CF-B5C5-CE76CDA4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61FE2-0840-46BA-82B3-7948C8B2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17561-B131-44A2-B192-182163D6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ACBF2-DBA1-4222-9788-89E5B9A7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3A781-B393-4CF0-934D-C581E635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E4C29-5628-4A96-918C-0AF03F67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2966D-1406-493B-8F5A-5633CA6C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Доступ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98C0F-727E-4BC1-B44B-8EBBDB17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Account ID, Client ID и Client Secret должны выдавать рабочий S2S-токен.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BBCF9-FA1B-4323-961C-75B18672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71B3B-D2A1-43AA-B61D-1245D340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9E08B-03C6-40FA-BB91-E0628C8C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Права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0E0DA-E1FB-4361-B437-0DD72EE1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 токене должны быть все granular scopes, которые читает AxioMeet.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35C43A-92E9-40E3-B0B3-96B5D694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91513-83CB-4019-B2C2-813D44FF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9A54"/>
          </a:solidFill>
          <a:ln xmlns:a="http://schemas.openxmlformats.org/drawingml/2006/main" w="0">
            <a:solidFill>
              <a:srgbClr val="E79A5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4DC2A1-48E7-4C07-8BCE-D196F889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Запись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326370-72A8-49B1-8736-352D737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Встреча должна сохранить облачную запись, включая хотя бы один MP4-файл.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C63217-1F6A-4188-AA4F-8CB3F6A5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2419350" cy="247650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353622-AE91-4476-94C5-01B45D8A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9E34F-7362-4052-B4C9-5646FBA4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7655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Готовность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95BC9-E825-431F-B281-85FDD2E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05200"/>
            <a:ext cx="2038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сначала завершает обработку. Только после этого запись доступна по API.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E8C9DC-23C6-4B60-B630-D5AB5ADF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010150"/>
            <a:ext cx="52197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9525">
            <a:solidFill>
              <a:srgbClr val="B4382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4154E-835E-4DCA-86C1-B780D9F4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238750"/>
            <a:ext cx="4686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Сбой любого звена = 0 записей в кабинете</a:t>
            </a:r>
          </a:p>
        </p:txBody>
      </p:sp>
    </p:spTree>
    <p:extLst>
      <p:ext uri="{BB962C8B-B14F-4D97-AF65-F5344CB8AC3E}">
        <p14:creationId xmlns:p14="http://schemas.microsoft.com/office/powerpoint/2010/main" val="20796283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AE7006-39D8-461A-A616-4FE0AF4E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7DF2F-6063-4D40-B1D6-6A5A712F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Перед началом: три обязательных условия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C67C0-210A-459D-AF46-BD92C3E0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1BA6B-1DEC-4C55-9020-7BE121D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E8EF2-42AE-4A3E-BB92-3A7DDBB1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58C65-F29F-4555-846A-15E8C3B3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CED4D-0752-40EE-A9F0-119EBCC5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6EBB7-1AB3-4A25-8C64-0C9E53B2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ОБЯЗАТЕЛЬНО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C331F-EA1A-4FD7-9151-616822EE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050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Права администратора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C0492-3199-4311-85F6-3DE41D71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2002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Owner/Admin + разрешение создавать и редактировать Server-to-Server OAuth apps.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25EEEE-9904-40DA-8FD6-CECF42E6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13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48114-5740-496D-8A65-1A8D98E6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718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9D9B8-0E07-49FA-A901-53A60851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718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ОБЯЗАТЕЛЬНО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E38C0-BEDF-4DD7-B71C-931B4455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9337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Платная лицензия Zoom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1EE3F-0883-45E3-9744-7411B83F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289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Cloud Recording доступна для платного аккаунта; организатор теста должен быть Licensed.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C522B-C5B5-4F7B-8685-462E465B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5429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F2F5C-F1D0-43B7-8EB8-EDF17886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5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2E5819-54E0-41B2-B980-D5A11E46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ПРОВЕРИТЬ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88CEF0-A198-4229-A082-9A1DF900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962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Новая тестовая встреча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90095-67D8-401E-9D99-340700DA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5767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После изменения настроек создайте отдельную встречу на 2–3 минуты — не проверяйте только старую PMI.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6200C4-0E4F-4A31-A4E2-AE4FB19C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52600"/>
            <a:ext cx="535305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D1DEA-E86F-4290-9786-E57455E9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383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Кто что делает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92DC4-7D53-4247-90B1-0C1F5B96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051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A8D5D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D5DA"/>
                </a:solidFill>
                <a:latin typeface="Arial"/>
                <a:ea typeface="Arial"/>
                <a:cs typeface="Arial"/>
              </a:rPr>
              <a:t>ZOOM ADMIN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1A9562-3F49-4E1E-B0D5-562F05EC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09900"/>
            <a:ext cx="4362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Включает записи, создаёт S2S app, добавляет scopes и активирует приложение.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4163F-2C5B-4F6B-A436-D4B9CBA8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10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A8D5D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D5DA"/>
                </a:solidFill>
                <a:latin typeface="Arial"/>
                <a:ea typeface="Arial"/>
                <a:cs typeface="Arial"/>
              </a:rPr>
              <a:t>AXIOMEET ADMIN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4BC94F-9193-4AF7-AA05-1453DF37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148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Вставляет реквизиты напрямую в кабинет и проводит сквозной тест импорта.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76A02-7E4F-4751-8E03-BDE00AD7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3429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6C7B8-F3F6-4D1C-BF0D-7F5D7828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пересылайте Client Secret</a:t>
            </a:r>
          </a:p>
        </p:txBody>
      </p:sp>
    </p:spTree>
    <p:extLst>
      <p:ext uri="{BB962C8B-B14F-4D97-AF65-F5344CB8AC3E}">
        <p14:creationId xmlns:p14="http://schemas.microsoft.com/office/powerpoint/2010/main" val="1271430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63D897-7DFF-47B3-8316-E6430C2C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A4C5A-D81A-4E32-876E-F802FB67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1. Включите Cloud Recording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D61CF-F194-4122-84DC-A94EB24C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FFC9E-1227-4BAB-8AD8-BEEBBF74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E3744-36D0-47E1-983E-1FAB576D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B661D-F7FE-47CD-A741-09F8552E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5A3B9-5A7A-4BA3-829A-EA49BDE9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8580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d4a8c10364fdf"/>
          <a:srcRect xmlns:a="http://schemas.openxmlformats.org/drawingml/2006/main" l="0" t="4073" r="0" b="40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7627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61FB5-0D89-47E1-B7CA-31415476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52600"/>
            <a:ext cx="3562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Account Management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→ Account Settings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→ Recording &amp; Transcript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9A2A3-FC7D-43B7-848F-9109A983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480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BD793-7C36-4086-8304-0B6A03FA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3086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Включите Cloud Recording на уровне аккаунта.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EA19D-186A-4086-8D2B-5E11D7C8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95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F7947-EFBF-4404-B92D-8C7D7157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38550"/>
            <a:ext cx="3086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При необходимости заблокируйте настройку, чтобы пользователи её не отключали.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944611-5F8D-43F7-B8E4-0065066A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529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E8B45-9AF4-489E-8A55-2366678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3086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Разрешите хотя бы один формат MP4. Рекомендуется active speaker + shared screen.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15D35-80BC-4AD6-B119-20104D2A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562600"/>
            <a:ext cx="2647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F0EE"/>
          </a:solidFill>
          <a:ln xmlns:a="http://schemas.openxmlformats.org/drawingml/2006/main" w="0">
            <a:solidFill>
              <a:srgbClr val="E4F0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654C-4A99-466B-B9B0-8766C0C1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5626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Zoom transcript не обязателен</a:t>
            </a:r>
          </a:p>
        </p:txBody>
      </p:sp>
    </p:spTree>
    <p:extLst>
      <p:ext uri="{BB962C8B-B14F-4D97-AF65-F5344CB8AC3E}">
        <p14:creationId xmlns:p14="http://schemas.microsoft.com/office/powerpoint/2010/main" val="299109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4CA04E-CC20-45A1-A568-A37A99D0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B1FDFA-0209-4CCB-A8EC-1F454DAE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2. Включите Automatic recording → cloud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1F25BD-E34C-4D3C-9180-228020FE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EA54A-69A7-4A07-BB69-691384E1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46BC6-6C38-4F28-AC8C-B250825E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9142A-4982-4161-BB31-AAFDE67C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8580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7e171be6c4ebc"/>
          <a:srcRect xmlns:a="http://schemas.openxmlformats.org/drawingml/2006/main" l="0" t="4073" r="0" b="40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7627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D3570-8277-4E26-B3EF-6B1DBBD6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95450"/>
            <a:ext cx="365760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9525">
            <a:solidFill>
              <a:srgbClr val="2D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7A9C1-EA89-4F3B-A8F1-9FE06022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52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Выберите именно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Record in the cloud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D800F-D919-46A8-A7E9-A291C51B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Важно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16C6F-4339-4C60-8CD3-A0DEC119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71900"/>
            <a:ext cx="36576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Изменение применяется к будущим встречам. Старые recurring/PMI могут сохранить прежнюю настройку — откройте их и проверьте отдельно.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9D42F-8F7D-4EB8-A5A6-A7D6FF9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36576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4F0EE"/>
          </a:solidFill>
          <a:ln xmlns:a="http://schemas.openxmlformats.org/drawingml/2006/main" w="9525">
            <a:solidFill>
              <a:srgbClr val="1B596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3BC684-D43C-4AE9-A78F-89F71D71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149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Onboardix запрашивает cloud recording для новых встреч, но аккаунт Zoom всё равно должен это разрешать.</a:t>
            </a:r>
          </a:p>
        </p:txBody>
      </p:sp>
    </p:spTree>
    <p:extLst>
      <p:ext uri="{BB962C8B-B14F-4D97-AF65-F5344CB8AC3E}">
        <p14:creationId xmlns:p14="http://schemas.microsoft.com/office/powerpoint/2010/main" val="18123925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AFD68D-0CF8-415F-8322-F243BDA4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1F0D3-E756-44DF-B3A5-C4A6087B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3.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EBEA9-B2DF-4230-B610-E80A8972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66750"/>
            <a:ext cx="962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Создайте Server-to-Server OAuth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9E2-D3CB-4D40-86A3-41617543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EC011-743D-47DA-87D6-0138AADD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1FFE2-E248-4A60-80DB-26A4981C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6DAC5-9FB6-43BC-B24D-8FCF4C76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0823C-C79B-444D-B232-308FAA38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E6493-3585-4E99-9311-49FCD553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438900" cy="436245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116e77a15495a"/>
          <a:srcRect xmlns:a="http://schemas.openxmlformats.org/drawingml/2006/main" l="0" t="1023" r="0" b="10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34365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D36BD-2D79-45A7-92B3-B5FCD69D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52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App Marketplace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E8769-25BA-4728-9640-B540B6D0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05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390E7-F1CB-441A-98F0-0EE893D8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860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Войдите под администратором и откройте Developer.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C136E-5DC0-449D-9E25-AF01B3CD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33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B9F79-EF0F-4EB7-B8AF-0D98AD7C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Build App → Server-to-Server OAuth → Create.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B9D8A-FCD0-461A-9A2D-7DF7A630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AE9CDB-9C8D-43A8-9386-FF125F5D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Заполните Information и контактные данные.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49F7B-3506-4960-8513-8C465E9E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910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100B2-7097-4A67-8872-31271AEC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Добавьте scopes со следующего слайда.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286CCE-7556-466A-80FC-69508A00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196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BD898-E65E-4373-8C3D-E8119398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543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Активируйте приложение.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A87929-8E59-45E1-ACB7-3E8DDE92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7622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0">
            <a:solidFill>
              <a:srgbClr val="E7F1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694C4-294D-42FC-BDD6-5FF1297F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Тип приложения: S2S OAuth</a:t>
            </a:r>
          </a:p>
        </p:txBody>
      </p:sp>
    </p:spTree>
    <p:extLst>
      <p:ext uri="{BB962C8B-B14F-4D97-AF65-F5344CB8AC3E}">
        <p14:creationId xmlns:p14="http://schemas.microsoft.com/office/powerpoint/2010/main" val="9424208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D9D143-13BD-4E59-B239-CAF99AD0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82777-CFF8-4849-BEB8-04A8B588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4. Добавьте точные granular 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F682C-F622-4B47-B96A-CDB0FD68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74DDE-C277-4067-A8FD-53143213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40445-CA91-4CEF-89F3-D1FEDD8D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91F70-CE19-4157-8F59-623D954D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12776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370BA9-B0B2-4CB5-8244-14BBE15B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89D19-A8A2-4A31-9C20-C9018426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Зачем нужен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7A8AD-59B9-41B3-96BD-789C359C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0008E-70D0-4C62-8CC4-BF39B867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cloud_recording:read:list_user_recordings:admin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45D44-7397-4D11-A467-22720F22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621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Найти записи пользователя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F577D-5CCB-4E7B-A870-B3C5821C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98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CF729-5A6B-49BF-AB22-13B6E91C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cloud_recording:read:list_recording_files:admin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8038F-E4DA-466E-BE64-0D39241D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955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Получить список файлов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4E72B-7C69-49FD-A312-675D9EAB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39252-E38B-410B-9B8B-9CC45A93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cloud_recording:read:recording:admin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52CD6-C3A3-4CB0-8D81-8EC5D6E8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289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запись и метаданные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00590-D7E9-4849-94CE-8E7B200E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766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1116A-BC97-4AA8-8D77-9E0BCD1B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user:read:list_users:admin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9EFF0-A923-412F-B10D-8669A0CD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623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Получить список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A7C918-BA5A-4FC4-BD24-6AA1FD3B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00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25BA33-7FE4-47F6-A629-EA99FF0F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user:read:user:admin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412856-C873-4639-A684-0C5ABD2D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профиль host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8F17C1-2AA7-4610-9014-874968B7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34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0F3F4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644E0-F366-4AC9-A46B-202486A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meeting:read:meeting:admin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9F84CF-DE5B-49C2-A615-167D8758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Прочитать данные встречи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EE732A-E299-4FF9-B627-9060169C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11277600" cy="47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BE8F97-A753-4ACD-BEEC-5A57B26C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101820"/>
                </a:solidFill>
                <a:latin typeface="Courier New"/>
                <a:ea typeface="Courier New"/>
                <a:cs typeface="Courier New"/>
              </a:rPr>
              <a:t>meeting:read:list_past_participants:admin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4B8DC-469A-4334-85DE-E8F7FCEC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62575"/>
            <a:ext cx="501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Участники — обязательно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E408CC-179C-449F-9B06-D8576C20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733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добавляйте write/delete scopes: для стандартного импорта они не нужны.</a:t>
            </a:r>
          </a:p>
        </p:txBody>
      </p:sp>
    </p:spTree>
    <p:extLst>
      <p:ext uri="{BB962C8B-B14F-4D97-AF65-F5344CB8AC3E}">
        <p14:creationId xmlns:p14="http://schemas.microsoft.com/office/powerpoint/2010/main" val="2017833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2BDEC4-F7B0-4969-A480-850FAAF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F2E09-92E3-4945-93EA-DCD396B7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5. Активируйте приложение и сохраните реквизиты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9E5DF-F460-4AB2-BFDF-480008AD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7C84E-1180-43AB-977D-BF5A70F5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BC4FF-6A93-4148-831B-05107A3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309D1-4DC3-4850-9BE6-286518B9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1C912-7E7C-4AA1-AA5A-2E0FC0A6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C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40E03-A712-4F25-96EA-158FFD18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ACCOUNT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E7647-1C9A-4AF8-89B1-1CD86C25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Идентификатор Zoom-аккаунта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DD4F1-005C-4BCF-B24A-919E3849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B59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B9F50-3F67-4A6C-8BF3-36ED0D57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CLIENT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4EA30-91C7-4D9D-A167-3713D9EB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Идентификатор приложения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8A7F-49F4-48AE-9BF0-BDF6360D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90700"/>
            <a:ext cx="33147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79A5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F6E2FB-1392-428B-966F-438ECB8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CLIENT SECRET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2CA1F-7D44-41CE-9D9B-3A720069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Секрет — показывается не всегда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04253-5F1D-46E3-BCCC-D7A6032C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72390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34774-043B-4EC3-BCE8-C993445C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Безопасный порядок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A00666-B11D-4E87-937A-DD885143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 Zoom admin открывает кабинет AxioMeet.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2. Вставляет три значения напрямую.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3. Сразу проводит проверку подключения.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4. При утечке — Rotate/Regenerate secret и обновить кабинет.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4D2377-C191-437B-8EF6-D69DFD69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36957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9525">
            <a:solidFill>
              <a:srgbClr val="B438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4EB488-7EEF-44D2-A2D1-BD0BF7A9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ДЕЛАТЬ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29643-431D-4A6E-9488-8E57A99E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72000"/>
            <a:ext cx="3086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отправляйте Client Secret по email, в Telegram, Slack или в документе.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Не храните скрин Credentials.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A69B5-2F04-48FF-9680-B1A1F21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18196483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721A6-F828-4B87-817A-0D694717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FDE02-9164-4D5A-9F2B-53A948D9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6. Подключите Zoom в кабинете AxioMeet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6DAA1-0D05-455B-A640-57C2F2C9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FE838-75C2-46CB-AECB-8978755D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D02BF-285E-4624-B631-46A6236C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52463-7804-4B2E-8047-9881A91E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629400" cy="41719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cb584bc6c40f2"/>
          <a:srcRect xmlns:a="http://schemas.openxmlformats.org/drawingml/2006/main" l="1972" t="0" r="19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534150" cy="4076700"/>
          </a:xfrm>
          <a:prstGeom xmlns:a="http://schemas.openxmlformats.org/drawingml/2006/main" prst="roundRect">
            <a:avLst>
              <a:gd name="adj" fmla="val 280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38C2D-AF8B-40EE-BB1F-D394FA86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145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Управление → Настройки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EEA72-FCEF-4CE1-9419-252B535B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24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EE094-AC6B-4A72-ABEA-7F8D5457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05050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Нажмите «Подключить Zoom».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AC716-2214-47A9-A6B4-F6CFD60E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52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96284-1C6C-4A43-A362-156CF351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335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Введите название, Account ID, Client ID и Client Secret.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8B6425-9012-4290-9ED8-4076371A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6957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F619C-3037-47FB-A382-5506E449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Сохраните и дождитесь успешной проверки.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4160FC-6EEA-4EC2-B0D2-412F10F5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514850"/>
            <a:ext cx="38481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9525">
            <a:solidFill>
              <a:srgbClr val="E79A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735920-2107-485E-B35B-725CD9F8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API-ключ AxioMeet — отдельная сущность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CBC10-B684-495B-8904-DC71402D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Zoom-подключение не должно удалять или заменять ключ, которым кабинет связан с Onboardix.</a:t>
            </a:r>
          </a:p>
        </p:txBody>
      </p:sp>
    </p:spTree>
    <p:extLst>
      <p:ext uri="{BB962C8B-B14F-4D97-AF65-F5344CB8AC3E}">
        <p14:creationId xmlns:p14="http://schemas.microsoft.com/office/powerpoint/2010/main" val="20852448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5FDBC7-E77D-4952-8EF7-326EFB3D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83084-17EC-48C0-8588-C5F8F6FD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7.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447C5-9A38-433B-832F-A9300F6A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66750"/>
            <a:ext cx="962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Проведите сквозной тест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59D7E-43B1-44A8-AEC2-3D7622BC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3EF4A-9AB5-4710-B1D2-EE419D64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4D2E9-7D68-4B70-9196-671A66B2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2D717-A949-48E6-9F29-1A6590D8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62753-BCA1-45D8-AA56-23631015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676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Шаг 7.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8908B-5EF8-4A48-83B2-6B6A11C1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7AEA0-33E6-400C-BBBD-F2208785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A4185-9678-4AB3-A3DD-21CC1155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45C16-689C-448B-9599-4EE7D7CA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Новая встреча на 2–3 минуты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E6C2A-66AF-4A8B-A5ED-44B6A1A9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9E72CD-FE5E-4DDD-A503-BA274C90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A25EC-D89D-4B2E-89AC-AE7F238A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Записать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89AE0-5E93-43E2-AB61-6EA62FE6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Licensed host, демонстрация экрана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F68D1-62C6-4B35-8D39-C28709CE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376D5-F583-4791-A8E5-0F0146D2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176C6-A0EA-46F2-ACCB-3AD8B5F5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Завершить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57C55-0DF4-4345-BDCB-A5C61D5A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Остановить встречу штатно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B4BF8C-1648-4FB8-9FB3-DC96A03B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F3DEC-F8DD-4B11-9131-0F7A86FD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28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BE21F-06DC-4338-BC82-B3068DB2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Дождаться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1FD13-72DE-4705-896A-83F6BE45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завершит cloud processing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F51262-A62B-4884-9098-89C37138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669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A6D34-761B-44D7-90ED-8DEE9B41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7650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Проверить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76351-F291-4B2B-B765-8B4A86FB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33700"/>
            <a:ext cx="186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Обновить кабинет AxioMeet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AC15A6-B1C2-4448-B6AD-85584C4A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11277600" cy="1504950"/>
          </a:xfrm>
          <a:prstGeom xmlns:a="http://schemas.openxmlformats.org/drawingml/2006/main" prst="roundRect">
            <a:avLst>
              <a:gd name="adj" fmla="val 10127"/>
            </a:avLst>
          </a:prstGeom>
          <a:solidFill xmlns:a="http://schemas.openxmlformats.org/drawingml/2006/main">
            <a:srgbClr val="1B5964"/>
          </a:solidFill>
          <a:ln xmlns:a="http://schemas.openxmlformats.org/drawingml/2006/main" w="0">
            <a:solidFill>
              <a:srgbClr val="1B596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DD4443-38E3-4EDE-A318-1B68AF09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0439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Тест пройден только тогда, когда в AxioMeet появился реальный MP4 и метаданные встречи.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904893-87FF-4C98-BEA7-8C86DFFE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CBE1E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E1E3"/>
                </a:solidFill>
                <a:latin typeface="Arial"/>
                <a:ea typeface="Arial"/>
                <a:cs typeface="Arial"/>
              </a:rPr>
              <a:t>Статус «подключено» и успешный токен — необходимые, но недостаточные признаки.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2D4BE2-6050-4346-87C0-AE3B75E3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48350"/>
            <a:ext cx="47625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EDAB1A-AC48-4C44-8933-D4070EA4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483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На время теста автоудаление записей выключить</a:t>
            </a:r>
          </a:p>
        </p:txBody>
      </p:sp>
    </p:spTree>
    <p:extLst>
      <p:ext uri="{BB962C8B-B14F-4D97-AF65-F5344CB8AC3E}">
        <p14:creationId xmlns:p14="http://schemas.microsoft.com/office/powerpoint/2010/main" val="3673935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90F60-6E39-4785-82D8-F1E6ECD9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47690-A46F-40EB-B75A-434AEC47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Если данных нет: диагностика по симптому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53502-262E-4E98-9612-B0010B39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EE118-DC6F-44AB-BD42-673834A3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4222F5-C0D6-4B1E-BBEB-0D17A0D8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398C0-1AF7-4596-AE56-69DA89F5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112776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3759B-3651-4172-BAF8-D7901864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Симптом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2791A7-B80E-4627-82B6-329C9BBB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95450"/>
            <a:ext cx="360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Вероятная причина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8F37D-0366-48E0-823B-F54E9133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95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Что проверить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39A9D-7579-4D6D-84E1-9F98F758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DC687-3CB1-44F8-8016-766B9C9F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0 записей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86D7C1-C4D6-44A1-8F8A-A6F81E40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02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Нет Cloud Recording / host Basic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EB3942-4DE2-4D5F-BB50-D893EB21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002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Тариф, Licensed host, MP4 в Zoom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F1075-D7C9-46E2-AB9C-D2636511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441BEE-12D9-4BA8-9A70-A7392418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Zoom 4711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9306F-AC30-41AD-888D-0E425578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289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 хватает granular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97CE4-4F15-4CB6-B953-B9D139AE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289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Сравнить все 7 scopes, затем re-activate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E7422-E5B7-422F-9235-95C28E6E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55D741-25F0-496A-AC00-C9B2F0F4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Подключение есть, данных нет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3720E-8DA5-4EAF-B267-288E86E2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575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Старая recurring/PMI без auto cloud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4DE10C-2691-49E9-8EA9-2BD3EDB7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575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Создать новую встречу после настройки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F83A61-1582-4681-B0FA-FD7ABFF6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7B168-39A7-4C25-8E0A-EA4A6736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Только аудио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1AFC05-86D2-47A8-AEA1-5462DF77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862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Не выбран формат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A1F971-83E0-498B-82A6-3E8A8612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862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Включить минимум один MP4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47E580-3F0E-4717-8691-3186DC78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539C47-12DF-42FD-8319-89790747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4382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4382C"/>
                </a:solidFill>
                <a:latin typeface="Arial"/>
                <a:ea typeface="Arial"/>
                <a:cs typeface="Arial"/>
              </a:rPr>
              <a:t>HTTP 500 в настройках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A919C1-E741-4894-9804-D34B9014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1487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Ошибка backend/данных организации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44981-A261-487F-A1B2-B2E10F68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71487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Снять скрин, время и обратиться админу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513724-57FB-46A7-AC31-F9DA487B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77600" cy="5715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EF2F2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F04437-6441-4E08-AC4C-FD8AE177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Secret мог утечь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CEE4C1-BED2-40FE-B3F5-9442B502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43525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Реквизит пересылали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3BD1FB-FDB0-4DF8-98F1-85800F43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43525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Rotate secret и обновить AxioMeet</a:t>
            </a:r>
          </a:p>
        </p:txBody>
      </p:sp>
    </p:spTree>
    <p:extLst>
      <p:ext uri="{BB962C8B-B14F-4D97-AF65-F5344CB8AC3E}">
        <p14:creationId xmlns:p14="http://schemas.microsoft.com/office/powerpoint/2010/main" val="12515382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D19205-A458-41E0-8788-80930561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299FC-9D8B-43B9-900F-E0E83498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Опционально: webhook ускоряет реакцию, но не заменяет сканер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B6255-B3C7-47E9-AEE5-CBA752E1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0EF9FD-8834-4742-A870-38217E4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ZOOM → AXIOMEET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039EF-69A1-45AC-95AB-385542C8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7BC9A-286C-4F85-B158-3B7A120F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EE598-48F1-458B-86A0-9D79FA52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705600" cy="4267200"/>
          </a:xfrm>
          <a:prstGeom xmlns:a="http://schemas.openxmlformats.org/drawingml/2006/main" prst="roundRect">
            <a:avLst>
              <a:gd name="adj" fmla="val 26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B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d0f25f61349b0"/>
          <a:srcRect xmlns:a="http://schemas.openxmlformats.org/drawingml/2006/main" l="0" t="4048" r="0" b="4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704975"/>
            <a:ext cx="6610350" cy="4171950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5998F-4648-42B6-A64F-4B0B7A0C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52600"/>
            <a:ext cx="3028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3"/>
          </a:solidFill>
          <a:ln xmlns:a="http://schemas.openxmlformats.org/drawingml/2006/main" w="0">
            <a:solidFill>
              <a:srgbClr val="FFF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4C7F4-A6EC-4D65-B246-A37A79FB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5260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E79A5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9A54"/>
                </a:solidFill>
                <a:latin typeface="Arial"/>
                <a:ea typeface="Arial"/>
                <a:cs typeface="Arial"/>
              </a:rPr>
              <a:t>НАСТРАИВАЕТ AXIOMEET ADMIN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DAE232-B544-48A8-BDDA-CD655808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0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Endpoint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FF74C-52CE-42D5-B636-291B5722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B5964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1B5964"/>
                </a:solidFill>
                <a:latin typeface="Courier New"/>
                <a:ea typeface="Courier New"/>
                <a:cs typeface="Courier New"/>
              </a:rPr>
              <a:t>https://app.axiomeet.io/webhook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C0665-8E2C-4C17-A4F1-91CE6DE5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33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Событие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32B857-1BE9-4DA8-B57B-8FCEAB33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38550"/>
            <a:ext cx="377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All Recordings have completed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(recording.completed)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6C427-399C-4DC6-90A7-92F7900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91050"/>
            <a:ext cx="377190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7F1FF"/>
          </a:solidFill>
          <a:ln xmlns:a="http://schemas.openxmlformats.org/drawingml/2006/main" w="9525">
            <a:solidFill>
              <a:srgbClr val="2D8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F3658-A448-4FD1-98D7-FF8839F5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19650"/>
            <a:ext cx="335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Zoom валидирует endpoint при настройке и затем автоматически перепроверяет примерно каждые 72 часа.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0D09F-E383-46CF-A3F2-49EA130A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НАСТРОЙКА ПЕРЕДАЧИ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5437808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A9F296-9085-40B6-87ED-38861801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8C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D8CFF"/>
                </a:solidFill>
                <a:latin typeface="Arial"/>
                <a:ea typeface="Arial"/>
                <a:cs typeface="Arial"/>
              </a:rPr>
              <a:t>ФИНИШНАЯ 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F651A-32A8-4F53-8D90-C1A6122A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866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Настройка готова, когда…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23F41-E853-4405-8261-C17AE85B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E7182-178F-4C28-B6AC-AA6E548A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S2S app активировано и содержит точные granular scopes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8BC5-D6D8-4EB8-8E97-F1FDE10C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15D42-8EF6-4BC3-A214-AD66C504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384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Cloud Recording и Automatic recording → cloud включены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91B00-401F-473E-A8BB-396DF112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62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0E03E-A45F-448F-97B2-69E9B713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Client Secret введён напрямую и нигде не пересылается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86167-F401-4EA3-B977-B840CA6B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0454A-EA0D-4867-8CAE-FC802E51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B596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B5964"/>
                </a:solidFill>
                <a:latin typeface="Arial"/>
                <a:ea typeface="Arial"/>
                <a:cs typeface="Arial"/>
              </a:rPr>
              <a:t>Новая тестовая встреча дала MP4 в AxioMeet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D0DDE9-517A-4287-A240-A3B75488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720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52"/>
          </a:solidFill>
          <a:ln xmlns:a="http://schemas.openxmlformats.org/drawingml/2006/main" w="0">
            <a:solidFill>
              <a:srgbClr val="2F6F5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3B054-B1B9-4AD3-8449-D20D206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Хранение записей настроено минимум на 30 дней после запуска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FC539-3851-454F-885A-F84430D6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2228850" cy="3657600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2D8CFF"/>
          </a:solidFill>
          <a:ln xmlns:a="http://schemas.openxmlformats.org/drawingml/2006/main" w="0">
            <a:solidFill>
              <a:srgbClr val="2D8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BC67F-E54D-47D8-9444-1E0E17F0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43150"/>
            <a:ext cx="1733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Один критерий успеха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F9584-EF04-4A44-8A9C-C6FC7798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19450"/>
            <a:ext cx="1733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MP4</a:t>
            </a:r>
          </a:p>
          <a:p xmlns:a="http://schemas.openxmlformats.org/drawingml/2006/main">
            <a:pPr algn="ctr"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появился</a:t>
            </a:r>
          </a:p>
          <a:p xmlns:a="http://schemas.openxmlformats.org/drawingml/2006/main">
            <a:pPr algn="ctr"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 AxioMeet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54693-637C-4ACA-B1F0-48B149D7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CEB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CEBFF"/>
                </a:solidFill>
                <a:latin typeface="Arial"/>
                <a:ea typeface="Arial"/>
                <a:cs typeface="Arial"/>
              </a:rPr>
              <a:t>Не только токен.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CEB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CEBFF"/>
                </a:solidFill>
                <a:latin typeface="Arial"/>
                <a:ea typeface="Arial"/>
                <a:cs typeface="Arial"/>
              </a:rPr>
              <a:t>Не только статус.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B5581-ED4B-44C5-8B68-C6A2D5D4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solidFill>
              <a:srgbClr val="CD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C098F-7972-45D7-9E6F-743DBB82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AXIOMEET / ZOOM SETUP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331567-E740-4DC5-A684-1D36DE7D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436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08363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2026-08-26T06:05:09.6580000Z</dcterms:created>
  <dcterms:modified xsi:type="dcterms:W3CDTF">2026-08-26T06:05:09.6580000Z</dcterms:modified>
</coreProperties>
</file>